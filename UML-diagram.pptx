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14dc31e6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14dc31e6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14dc31e6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14dc31e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579550"/>
            <a:ext cx="8520600" cy="118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Case Diagram</a:t>
            </a:r>
            <a:endParaRPr sz="50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Cas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73150"/>
            <a:ext cx="8686800" cy="219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348750"/>
            <a:ext cx="8520600" cy="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Class Diagram</a:t>
            </a:r>
            <a:endParaRPr sz="4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/>
          </a:p>
        </p:txBody>
      </p:sp>
      <p:pic>
        <p:nvPicPr>
          <p:cNvPr id="62" name="Google Shape;62;p14" title="Class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9675" y="1360975"/>
            <a:ext cx="1951350" cy="346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256675" y="238725"/>
            <a:ext cx="8520600" cy="8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Sequence Diagram</a:t>
            </a:r>
            <a:endParaRPr sz="4400"/>
          </a:p>
        </p:txBody>
      </p:sp>
      <p:pic>
        <p:nvPicPr>
          <p:cNvPr id="68" name="Google Shape;68;p15" title="Sequence 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7725" y="1113525"/>
            <a:ext cx="6532500" cy="360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